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400" b="1"/>
            </a:pPr>
            <a:r>
              <a:t>Company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/>
            </a:pPr>
            <a:r>
              <a:t>Enterprise Technology &amp; AI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template demonstrates the visual structure used for enterprise proposals.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Agents</a:t>
            </a:r>
          </a:p>
          <a:p>
            <a:r>
              <a:t>Enterprise RAG</a:t>
            </a:r>
          </a:p>
          <a:p>
            <a:r>
              <a:t>Web Research</a:t>
            </a:r>
          </a:p>
          <a:p>
            <a:r>
              <a:t>Document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1 - Document Ingestion</a:t>
            </a:r>
          </a:p>
          <a:p>
            <a:r>
              <a:t>Phase 2 - Knowledge Retrieval</a:t>
            </a:r>
          </a:p>
          <a:p>
            <a:r>
              <a:t>Phase 3 - AI Research</a:t>
            </a:r>
          </a:p>
          <a:p>
            <a:r>
              <a:t>Phase 4 - Content Generation</a:t>
            </a:r>
          </a:p>
          <a:p>
            <a:r>
              <a:t>Phase 5 -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