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Overview: Driving Innovation with AI and Full-Stack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789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Aspiring Junior Developer with foundational web and Python experience.</a:t>
            </a:r>
          </a:p>
          <a:p>
            <a:pPr>
              <a:spcAft>
                <a:spcPts val="1600"/>
              </a:spcAft>
              <a:defRPr sz="2100"/>
            </a:pPr>
            <a:r>
              <a:t>Hands-on exposure to Generative AI application development (OpenAI API, Google Gemini API, LangChain, RAG).</a:t>
            </a:r>
          </a:p>
          <a:p>
            <a:pPr>
              <a:spcAft>
                <a:spcPts val="1600"/>
              </a:spcAft>
              <a:defRPr sz="2100"/>
            </a:pPr>
            <a:r>
              <a:t>Experienced across the full development cycle, from UI/UX design to application deployment.</a:t>
            </a:r>
          </a:p>
          <a:p>
            <a:pPr>
              <a:spcAft>
                <a:spcPts val="1600"/>
              </a:spcAft>
              <a:defRPr sz="2100"/>
            </a:pPr>
            <a:r>
              <a:t>Quick learner with a strong interest in AI-driven interfaces and solutions.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Multi-Agent Document AI  •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Core Technical Proficiencies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789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Languages: Python, SQL</a:t>
            </a:r>
          </a:p>
          <a:p>
            <a:pPr>
              <a:spcAft>
                <a:spcPts val="1600"/>
              </a:spcAft>
              <a:defRPr sz="2100"/>
            </a:pPr>
            <a:r>
              <a:t>Web Development: HTML5, CSS3, JavaScript, Bootstrap, Responsive Web Design</a:t>
            </a:r>
          </a:p>
          <a:p>
            <a:pPr>
              <a:spcAft>
                <a:spcPts val="1600"/>
              </a:spcAft>
              <a:defRPr sz="2100"/>
            </a:pPr>
            <a:r>
              <a:t>Databases: MySQL, ChromaDB (Vector Database)</a:t>
            </a:r>
          </a:p>
          <a:p>
            <a:pPr>
              <a:spcAft>
                <a:spcPts val="1600"/>
              </a:spcAft>
              <a:defRPr sz="2100"/>
            </a:pPr>
            <a:r>
              <a:t>Frameworks &amp; Tools: Flask, FastAPI, Git/GitHub, Figma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Multi-Agent Document AI  •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Generative AI &amp; Machine Learning Expertise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789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OpenAI API, Google Gemini API for building Generative AI features.</a:t>
            </a:r>
          </a:p>
          <a:p>
            <a:pPr>
              <a:spcAft>
                <a:spcPts val="1600"/>
              </a:spcAft>
              <a:defRPr sz="2100"/>
            </a:pPr>
            <a:r>
              <a:t>LangChain, LangGraph for AI application orchestration and development.</a:t>
            </a:r>
          </a:p>
          <a:p>
            <a:pPr>
              <a:spcAft>
                <a:spcPts val="1600"/>
              </a:spcAft>
              <a:defRPr sz="2100"/>
            </a:pPr>
            <a:r>
              <a:t>RAG (Retrieval-Augmented Generation) for enhanced data retrieval.</a:t>
            </a:r>
          </a:p>
          <a:p>
            <a:pPr>
              <a:spcAft>
                <a:spcPts val="1600"/>
              </a:spcAft>
              <a:defRPr sz="2100"/>
            </a:pPr>
            <a:r>
              <a:t>Prompt Engineering, MCP Server Basics.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Multi-Agent Document AI  •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Professional Experience: Software Engineer Intern (Reunyte Services)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789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Developed and maintained 3+ full-stack web applications using HTML, CSS, JavaScript, Flask, and MySQL.</a:t>
            </a:r>
          </a:p>
          <a:p>
            <a:pPr>
              <a:spcAft>
                <a:spcPts val="1600"/>
              </a:spcAft>
              <a:defRPr sz="2100"/>
            </a:pPr>
            <a:r>
              <a:t>Built 2+ Generative AI features for Q&amp;A, content generation, and automation using Gemini and OpenAI APIs.</a:t>
            </a:r>
          </a:p>
          <a:p>
            <a:pPr>
              <a:spcAft>
                <a:spcPts val="1600"/>
              </a:spcAft>
              <a:defRPr sz="2100"/>
            </a:pPr>
            <a:r>
              <a:t>Converted 20+ Figma designs into responsive, reusable UI components with Bootstrap and JavaScript.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Multi-Agent Document AI  •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Project: AI Document Question Answering Chatbot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789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Built a RAG-based chatbot to answer questions from uploaded PDF documents using semantic retrieval.</a:t>
            </a:r>
          </a:p>
          <a:p>
            <a:pPr>
              <a:spcAft>
                <a:spcPts val="1600"/>
              </a:spcAft>
              <a:defRPr sz="2100"/>
            </a:pPr>
            <a:r>
              <a:t>Implemented document parsing, embeddings, and vector search with ChromaDB and LangChain.</a:t>
            </a:r>
          </a:p>
          <a:p>
            <a:pPr>
              <a:spcAft>
                <a:spcPts val="1600"/>
              </a:spcAft>
              <a:defRPr sz="2100"/>
            </a:pPr>
            <a:r>
              <a:t>Developed using Python, FastAPI for the backend, and React for the front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Multi-Agent Document AI  •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Project: House Price Prediction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789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Implemented a regression-based Machine Learning model for accurate house price prediction.</a:t>
            </a:r>
          </a:p>
          <a:p>
            <a:pPr>
              <a:spcAft>
                <a:spcPts val="1600"/>
              </a:spcAft>
              <a:defRPr sz="2100"/>
            </a:pPr>
            <a:r>
              <a:t>Developed a web interface using Streamlit for real-time user input and predictions.</a:t>
            </a:r>
          </a:p>
          <a:p>
            <a:pPr>
              <a:spcAft>
                <a:spcPts val="1600"/>
              </a:spcAft>
              <a:defRPr sz="2100"/>
            </a:pPr>
            <a:r>
              <a:t>Demonstrates practical application of ML concepts for predictive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Multi-Agent Document AI  •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Additional Projects: Web Development &amp; UI/UX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789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Engineered an online Code Editor supporting frontend and Python code with real-time error checking (Flask-CORS API).</a:t>
            </a:r>
          </a:p>
          <a:p>
            <a:pPr>
              <a:spcAft>
                <a:spcPts val="1600"/>
              </a:spcAft>
              <a:defRPr sz="2100"/>
            </a:pPr>
            <a:r>
              <a:t>Built a responsive BookMyShow Clone landing page with a clean, user-friendly UI.</a:t>
            </a:r>
          </a:p>
          <a:p>
            <a:pPr>
              <a:spcAft>
                <a:spcPts val="1600"/>
              </a:spcAft>
              <a:defRPr sz="2100"/>
            </a:pPr>
            <a:r>
              <a:t>Designed multiple mobile and web app UI/UX flows in Figma, focusing on layout and usability.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Multi-Agent Document AI  •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Education &amp;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789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B.E. in Computer Engineering, Rajendra Mane College of Engineering and Technology, University of Mumbai (CGPI: 7.26).</a:t>
            </a:r>
          </a:p>
          <a:p>
            <a:pPr>
              <a:spcAft>
                <a:spcPts val="1600"/>
              </a:spcAft>
              <a:defRPr sz="2100"/>
            </a:pPr>
            <a:r>
              <a:t>Completed NxtWave Full Stack Web Development journey with multiple projects and certifications.</a:t>
            </a:r>
          </a:p>
          <a:p>
            <a:pPr>
              <a:spcAft>
                <a:spcPts val="1600"/>
              </a:spcAft>
              <a:defRPr sz="2100"/>
            </a:pPr>
            <a:r>
              <a:t>Attended two AI Mega Workshops, enhancing foundational knowledge in AI.</a:t>
            </a:r>
          </a:p>
          <a:p>
            <a:pPr>
              <a:spcAft>
                <a:spcPts val="1600"/>
              </a:spcAft>
              <a:defRPr sz="2100"/>
            </a:pPr>
            <a:r>
              <a:t>Possesses strong soft skills: Leadership, Teamwork, Time Management, and Problem-Solving.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Multi-Agent Document AI  •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